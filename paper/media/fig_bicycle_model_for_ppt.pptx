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diagram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289" y="457200"/>
            <a:ext cx="5889422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