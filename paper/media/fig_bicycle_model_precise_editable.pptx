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H="1" flipV="1">
            <a:off x="1478121" y="-117368"/>
            <a:ext cx="2179479" cy="3774968"/>
          </a:xfrm>
          <a:prstGeom prst="line">
            <a:avLst/>
          </a:prstGeom>
          <a:ln w="19050">
            <a:solidFill>
              <a:srgbClr val="96969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 flipV="1">
            <a:off x="1478121" y="-117368"/>
            <a:ext cx="5347053" cy="1946168"/>
          </a:xfrm>
          <a:prstGeom prst="line">
            <a:avLst/>
          </a:prstGeom>
          <a:ln w="19050">
            <a:solidFill>
              <a:srgbClr val="96969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3657600" y="1828800"/>
            <a:ext cx="3167574" cy="1828800"/>
          </a:xfrm>
          <a:prstGeom prst="line">
            <a:avLst/>
          </a:prstGeom>
          <a:ln w="508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 rot="19800000">
            <a:off x="3200400" y="3497580"/>
            <a:ext cx="914400" cy="320040"/>
          </a:xfrm>
          <a:prstGeom prst="rect">
            <a:avLst/>
          </a:prstGeom>
          <a:solidFill>
            <a:srgbClr val="DCDCD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7400000">
            <a:off x="6367974" y="1668780"/>
            <a:ext cx="914400" cy="320040"/>
          </a:xfrm>
          <a:prstGeom prst="rect">
            <a:avLst/>
          </a:prstGeom>
          <a:solidFill>
            <a:srgbClr val="DCDCD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32401" y="-163088"/>
            <a:ext cx="91440" cy="91440"/>
          </a:xfrm>
          <a:prstGeom prst="ellipse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69561" y="-2592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 b="0">
                <a:solidFill>
                  <a:srgbClr val="000000"/>
                </a:solidFill>
                <a:latin typeface="Times New Roman"/>
              </a:defRPr>
            </a:pPr>
            <a:r>
              <a:t>ICR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825174" y="685800"/>
            <a:ext cx="1979734" cy="1143000"/>
          </a:xfrm>
          <a:prstGeom prst="line">
            <a:avLst/>
          </a:prstGeom>
          <a:ln w="12700">
            <a:solidFill>
              <a:srgbClr val="6464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25174" y="-319337"/>
            <a:ext cx="781858" cy="2148137"/>
          </a:xfrm>
          <a:prstGeom prst="line">
            <a:avLst/>
          </a:prstGeom>
          <a:ln w="12700">
            <a:solidFill>
              <a:srgbClr val="6464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30492" y="988234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0" b="1">
                <a:solidFill>
                  <a:srgbClr val="D62728"/>
                </a:solidFill>
                <a:latin typeface="Times New Roman"/>
              </a:defRPr>
            </a:pPr>
            <a:r>
              <a:t>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657600"/>
            <a:ext cx="4114800" cy="0"/>
          </a:xfrm>
          <a:prstGeom prst="line">
            <a:avLst/>
          </a:prstGeom>
          <a:ln w="12700">
            <a:solidFill>
              <a:srgbClr val="64646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17491" y="3190723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0" b="1">
                <a:solidFill>
                  <a:srgbClr val="1F77B4"/>
                </a:solidFill>
                <a:latin typeface="Times New Roman"/>
              </a:defRPr>
            </a:pPr>
            <a:r>
              <a:t>θ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2514600"/>
            <a:ext cx="1979734" cy="1143000"/>
          </a:xfrm>
          <a:prstGeom prst="line">
            <a:avLst/>
          </a:prstGeom>
          <a:ln w="31750">
            <a:solidFill>
              <a:srgbClr val="2CA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37334" y="2514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 b="1">
                <a:solidFill>
                  <a:srgbClr val="2CA02C"/>
                </a:solidFill>
                <a:latin typeface="Times New Roman"/>
              </a:defRPr>
            </a:pPr>
            <a:r>
              <a:t>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