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8" r:id="rId2"/>
  </p:sldIdLst>
  <p:sldSz cx="5029200" cy="411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8C8D"/>
    <a:srgbClr val="E74C3C"/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90" d="100"/>
          <a:sy n="190" d="100"/>
        </p:scale>
        <p:origin x="2069" y="11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2D52E5A5-B35D-59E4-5598-EC45CD506AD3}"/>
              </a:ext>
            </a:extLst>
          </p:cNvPr>
          <p:cNvGrpSpPr/>
          <p:nvPr/>
        </p:nvGrpSpPr>
        <p:grpSpPr>
          <a:xfrm>
            <a:off x="425239" y="264695"/>
            <a:ext cx="2391710" cy="2334127"/>
            <a:chOff x="425239" y="264695"/>
            <a:chExt cx="2391710" cy="2334127"/>
          </a:xfrm>
        </p:grpSpPr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1DB565BA-FC73-751A-9539-F6375057874F}"/>
                </a:ext>
              </a:extLst>
            </p:cNvPr>
            <p:cNvGrpSpPr/>
            <p:nvPr/>
          </p:nvGrpSpPr>
          <p:grpSpPr>
            <a:xfrm>
              <a:off x="748442" y="480950"/>
              <a:ext cx="2068507" cy="2117872"/>
              <a:chOff x="748441" y="480949"/>
              <a:chExt cx="3286793" cy="3320792"/>
            </a:xfrm>
          </p:grpSpPr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DB7F5F50-6E65-C6DA-4202-86F1DE226287}"/>
                  </a:ext>
                </a:extLst>
              </p:cNvPr>
              <p:cNvGrpSpPr/>
              <p:nvPr/>
            </p:nvGrpSpPr>
            <p:grpSpPr>
              <a:xfrm>
                <a:off x="748441" y="480949"/>
                <a:ext cx="3286793" cy="3320792"/>
                <a:chOff x="748441" y="480949"/>
                <a:chExt cx="3286793" cy="3320792"/>
              </a:xfrm>
            </p:grpSpPr>
            <p:sp>
              <p:nvSpPr>
                <p:cNvPr id="5" name="任意多边形: 形状 4">
                  <a:extLst>
                    <a:ext uri="{FF2B5EF4-FFF2-40B4-BE49-F238E27FC236}">
                      <a16:creationId xmlns:a16="http://schemas.microsoft.com/office/drawing/2014/main" id="{15BFA6E0-BF5F-4FB0-DD08-C69E34AB4AD8}"/>
                    </a:ext>
                  </a:extLst>
                </p:cNvPr>
                <p:cNvSpPr/>
                <p:nvPr/>
              </p:nvSpPr>
              <p:spPr>
                <a:xfrm>
                  <a:off x="748441" y="480949"/>
                  <a:ext cx="3286793" cy="3320792"/>
                </a:xfrm>
                <a:custGeom>
                  <a:avLst/>
                  <a:gdLst>
                    <a:gd name="csX0" fmla="*/ 0 w 3286793"/>
                    <a:gd name="csY0" fmla="*/ 3320792 h 3320792"/>
                    <a:gd name="csX1" fmla="*/ 3286794 w 3286793"/>
                    <a:gd name="csY1" fmla="*/ 3320792 h 3320792"/>
                    <a:gd name="csX2" fmla="*/ 3286794 w 3286793"/>
                    <a:gd name="csY2" fmla="*/ 0 h 3320792"/>
                    <a:gd name="csX3" fmla="*/ 0 w 3286793"/>
                    <a:gd name="csY3" fmla="*/ 0 h 3320792"/>
                    <a:gd name="csX4" fmla="*/ 0 w 3286793"/>
                    <a:gd name="csY4" fmla="*/ 3320792 h 33207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3286793" h="3320792">
                      <a:moveTo>
                        <a:pt x="0" y="3320792"/>
                      </a:moveTo>
                      <a:lnTo>
                        <a:pt x="3286794" y="3320792"/>
                      </a:lnTo>
                      <a:lnTo>
                        <a:pt x="3286794" y="0"/>
                      </a:lnTo>
                      <a:lnTo>
                        <a:pt x="0" y="0"/>
                      </a:lnTo>
                      <a:lnTo>
                        <a:pt x="0" y="3320792"/>
                      </a:lnTo>
                      <a:close/>
                    </a:path>
                  </a:pathLst>
                </a:custGeom>
                <a:noFill/>
                <a:ln w="7113" cap="flat">
                  <a:noFill/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4" name="任意多边形: 形状 13">
                  <a:extLst>
                    <a:ext uri="{FF2B5EF4-FFF2-40B4-BE49-F238E27FC236}">
                      <a16:creationId xmlns:a16="http://schemas.microsoft.com/office/drawing/2014/main" id="{26F43A60-A7BC-ED07-F975-572F5A59BEEE}"/>
                    </a:ext>
                  </a:extLst>
                </p:cNvPr>
                <p:cNvSpPr/>
                <p:nvPr/>
              </p:nvSpPr>
              <p:spPr>
                <a:xfrm>
                  <a:off x="1139255" y="1738157"/>
                  <a:ext cx="444274" cy="635170"/>
                </a:xfrm>
                <a:custGeom>
                  <a:avLst/>
                  <a:gdLst>
                    <a:gd name="csX0" fmla="*/ 444274 w 444274"/>
                    <a:gd name="csY0" fmla="*/ 635170 h 635170"/>
                    <a:gd name="csX1" fmla="*/ 0 w 444274"/>
                    <a:gd name="csY1" fmla="*/ 0 h 63517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44274" h="635170">
                      <a:moveTo>
                        <a:pt x="444274" y="63517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0669" cap="flat">
                  <a:solidFill>
                    <a:srgbClr val="7F8C8D"/>
                  </a:solidFill>
                  <a:custDash>
                    <a:ds d="112500" sp="185625"/>
                  </a:custDash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任意多边形: 形状 14">
                  <a:extLst>
                    <a:ext uri="{FF2B5EF4-FFF2-40B4-BE49-F238E27FC236}">
                      <a16:creationId xmlns:a16="http://schemas.microsoft.com/office/drawing/2014/main" id="{C696EE2E-CACE-2BC6-8453-338E32F24EC0}"/>
                    </a:ext>
                  </a:extLst>
                </p:cNvPr>
                <p:cNvSpPr/>
                <p:nvPr/>
              </p:nvSpPr>
              <p:spPr>
                <a:xfrm>
                  <a:off x="2079239" y="1079266"/>
                  <a:ext cx="444274" cy="635170"/>
                </a:xfrm>
                <a:custGeom>
                  <a:avLst/>
                  <a:gdLst>
                    <a:gd name="csX0" fmla="*/ 444274 w 444274"/>
                    <a:gd name="csY0" fmla="*/ 635170 h 635170"/>
                    <a:gd name="csX1" fmla="*/ 0 w 444274"/>
                    <a:gd name="csY1" fmla="*/ 0 h 63517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444274" h="635170">
                      <a:moveTo>
                        <a:pt x="444274" y="63517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0669" cap="flat">
                  <a:solidFill>
                    <a:srgbClr val="7F8C8D"/>
                  </a:solidFill>
                  <a:custDash>
                    <a:ds d="112500" sp="185625"/>
                  </a:custDash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任意多边形: 形状 15">
                  <a:extLst>
                    <a:ext uri="{FF2B5EF4-FFF2-40B4-BE49-F238E27FC236}">
                      <a16:creationId xmlns:a16="http://schemas.microsoft.com/office/drawing/2014/main" id="{E26383CC-30D6-BB91-6B6C-24813A1CFF6E}"/>
                    </a:ext>
                  </a:extLst>
                </p:cNvPr>
                <p:cNvSpPr/>
                <p:nvPr/>
              </p:nvSpPr>
              <p:spPr>
                <a:xfrm>
                  <a:off x="1583529" y="1714437"/>
                  <a:ext cx="939984" cy="658890"/>
                </a:xfrm>
                <a:custGeom>
                  <a:avLst/>
                  <a:gdLst>
                    <a:gd name="csX0" fmla="*/ 0 w 939984"/>
                    <a:gd name="csY0" fmla="*/ 658890 h 658890"/>
                    <a:gd name="csX1" fmla="*/ 939984 w 939984"/>
                    <a:gd name="csY1" fmla="*/ 0 h 6588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939984" h="658890">
                      <a:moveTo>
                        <a:pt x="0" y="658890"/>
                      </a:moveTo>
                      <a:lnTo>
                        <a:pt x="939984" y="0"/>
                      </a:lnTo>
                    </a:path>
                  </a:pathLst>
                </a:custGeom>
                <a:noFill/>
                <a:ln w="14226" cap="sq">
                  <a:solidFill>
                    <a:srgbClr val="7F8C8D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任意多边形: 形状 16">
                  <a:extLst>
                    <a:ext uri="{FF2B5EF4-FFF2-40B4-BE49-F238E27FC236}">
                      <a16:creationId xmlns:a16="http://schemas.microsoft.com/office/drawing/2014/main" id="{A33B70F7-4E06-951E-5D0E-62A8B14A5CB3}"/>
                    </a:ext>
                  </a:extLst>
                </p:cNvPr>
                <p:cNvSpPr/>
                <p:nvPr/>
              </p:nvSpPr>
              <p:spPr>
                <a:xfrm>
                  <a:off x="1320256" y="1996930"/>
                  <a:ext cx="526547" cy="752794"/>
                </a:xfrm>
                <a:custGeom>
                  <a:avLst/>
                  <a:gdLst>
                    <a:gd name="csX0" fmla="*/ 526547 w 526547"/>
                    <a:gd name="csY0" fmla="*/ 752794 h 752794"/>
                    <a:gd name="csX1" fmla="*/ 0 w 526547"/>
                    <a:gd name="csY1" fmla="*/ 0 h 7527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526547" h="752794">
                      <a:moveTo>
                        <a:pt x="526547" y="75279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8451" cap="rnd">
                  <a:solidFill>
                    <a:srgbClr val="34495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任意多边形: 形状 17">
                  <a:extLst>
                    <a:ext uri="{FF2B5EF4-FFF2-40B4-BE49-F238E27FC236}">
                      <a16:creationId xmlns:a16="http://schemas.microsoft.com/office/drawing/2014/main" id="{F0877913-5987-973A-C467-07C3FB2F30CE}"/>
                    </a:ext>
                  </a:extLst>
                </p:cNvPr>
                <p:cNvSpPr/>
                <p:nvPr/>
              </p:nvSpPr>
              <p:spPr>
                <a:xfrm>
                  <a:off x="2260240" y="1338040"/>
                  <a:ext cx="526547" cy="752794"/>
                </a:xfrm>
                <a:custGeom>
                  <a:avLst/>
                  <a:gdLst>
                    <a:gd name="csX0" fmla="*/ 526547 w 526547"/>
                    <a:gd name="csY0" fmla="*/ 752794 h 752794"/>
                    <a:gd name="csX1" fmla="*/ 0 w 526547"/>
                    <a:gd name="csY1" fmla="*/ 0 h 7527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</a:cxnLst>
                  <a:rect l="l" t="t" r="r" b="b"/>
                  <a:pathLst>
                    <a:path w="526547" h="752794">
                      <a:moveTo>
                        <a:pt x="526547" y="752794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8451" cap="rnd">
                  <a:solidFill>
                    <a:srgbClr val="34495E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23" name="图形 2">
                  <a:extLst>
                    <a:ext uri="{FF2B5EF4-FFF2-40B4-BE49-F238E27FC236}">
                      <a16:creationId xmlns:a16="http://schemas.microsoft.com/office/drawing/2014/main" id="{9BC0A4DB-CB93-B1C4-072A-B9B2045E1448}"/>
                    </a:ext>
                  </a:extLst>
                </p:cNvPr>
                <p:cNvGrpSpPr/>
                <p:nvPr/>
              </p:nvGrpSpPr>
              <p:grpSpPr>
                <a:xfrm>
                  <a:off x="1581334" y="1894193"/>
                  <a:ext cx="685734" cy="484898"/>
                  <a:chOff x="2269504" y="2063394"/>
                  <a:chExt cx="389900" cy="273304"/>
                </a:xfrm>
              </p:grpSpPr>
              <p:sp>
                <p:nvSpPr>
                  <p:cNvPr id="24" name="任意多边形: 形状 23">
                    <a:extLst>
                      <a:ext uri="{FF2B5EF4-FFF2-40B4-BE49-F238E27FC236}">
                        <a16:creationId xmlns:a16="http://schemas.microsoft.com/office/drawing/2014/main" id="{5D7110D1-C4D4-7D54-798A-F8039DC604C4}"/>
                      </a:ext>
                    </a:extLst>
                  </p:cNvPr>
                  <p:cNvSpPr/>
                  <p:nvPr/>
                </p:nvSpPr>
                <p:spPr>
                  <a:xfrm>
                    <a:off x="2269504" y="2063394"/>
                    <a:ext cx="389900" cy="273304"/>
                  </a:xfrm>
                  <a:custGeom>
                    <a:avLst/>
                    <a:gdLst>
                      <a:gd name="csX0" fmla="*/ 0 w 389900"/>
                      <a:gd name="csY0" fmla="*/ 273304 h 273304"/>
                      <a:gd name="csX1" fmla="*/ 389900 w 389900"/>
                      <a:gd name="csY1" fmla="*/ 0 h 2733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389900" h="273304">
                        <a:moveTo>
                          <a:pt x="0" y="273304"/>
                        </a:moveTo>
                        <a:cubicBezTo>
                          <a:pt x="133225" y="179919"/>
                          <a:pt x="263192" y="88818"/>
                          <a:pt x="389900" y="0"/>
                        </a:cubicBezTo>
                      </a:path>
                    </a:pathLst>
                  </a:custGeom>
                  <a:noFill/>
                  <a:ln w="10669" cap="rnd">
                    <a:solidFill>
                      <a:srgbClr val="2980B9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5" name="任意多边形: 形状 24">
                    <a:extLst>
                      <a:ext uri="{FF2B5EF4-FFF2-40B4-BE49-F238E27FC236}">
                        <a16:creationId xmlns:a16="http://schemas.microsoft.com/office/drawing/2014/main" id="{42E11305-2574-7824-17D3-9376E073CA57}"/>
                      </a:ext>
                    </a:extLst>
                  </p:cNvPr>
                  <p:cNvSpPr/>
                  <p:nvPr/>
                </p:nvSpPr>
                <p:spPr>
                  <a:xfrm>
                    <a:off x="2621634" y="2063394"/>
                    <a:ext cx="37770" cy="33612"/>
                  </a:xfrm>
                  <a:custGeom>
                    <a:avLst/>
                    <a:gdLst>
                      <a:gd name="csX0" fmla="*/ 0 w 37770"/>
                      <a:gd name="csY0" fmla="*/ 5607 h 33612"/>
                      <a:gd name="csX1" fmla="*/ 37770 w 37770"/>
                      <a:gd name="csY1" fmla="*/ 0 h 33612"/>
                      <a:gd name="csX2" fmla="*/ 19589 w 37770"/>
                      <a:gd name="csY2" fmla="*/ 33613 h 336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37770" h="33612">
                        <a:moveTo>
                          <a:pt x="0" y="5607"/>
                        </a:moveTo>
                        <a:lnTo>
                          <a:pt x="37770" y="0"/>
                        </a:lnTo>
                        <a:lnTo>
                          <a:pt x="19589" y="33613"/>
                        </a:lnTo>
                        <a:close/>
                      </a:path>
                    </a:pathLst>
                  </a:custGeom>
                  <a:solidFill>
                    <a:srgbClr val="2980B9"/>
                  </a:solidFill>
                  <a:ln w="10669" cap="rnd">
                    <a:solidFill>
                      <a:srgbClr val="2980B9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grpSp>
              <p:nvGrpSpPr>
                <p:cNvPr id="26" name="图形 2">
                  <a:extLst>
                    <a:ext uri="{FF2B5EF4-FFF2-40B4-BE49-F238E27FC236}">
                      <a16:creationId xmlns:a16="http://schemas.microsoft.com/office/drawing/2014/main" id="{E2A3E5E3-DAB4-B136-93CF-7B1B2C8097A9}"/>
                    </a:ext>
                  </a:extLst>
                </p:cNvPr>
                <p:cNvGrpSpPr/>
                <p:nvPr/>
              </p:nvGrpSpPr>
              <p:grpSpPr>
                <a:xfrm>
                  <a:off x="1583529" y="2356232"/>
                  <a:ext cx="977915" cy="45719"/>
                  <a:chOff x="2276991" y="2525433"/>
                  <a:chExt cx="676789" cy="34188"/>
                </a:xfrm>
              </p:grpSpPr>
              <p:sp>
                <p:nvSpPr>
                  <p:cNvPr id="27" name="任意多边形: 形状 26">
                    <a:extLst>
                      <a:ext uri="{FF2B5EF4-FFF2-40B4-BE49-F238E27FC236}">
                        <a16:creationId xmlns:a16="http://schemas.microsoft.com/office/drawing/2014/main" id="{781E7FC1-43B6-77A5-3839-98CAEA67AC2E}"/>
                      </a:ext>
                    </a:extLst>
                  </p:cNvPr>
                  <p:cNvSpPr/>
                  <p:nvPr/>
                </p:nvSpPr>
                <p:spPr>
                  <a:xfrm>
                    <a:off x="2276991" y="2542527"/>
                    <a:ext cx="676789" cy="7122"/>
                  </a:xfrm>
                  <a:custGeom>
                    <a:avLst/>
                    <a:gdLst>
                      <a:gd name="csX0" fmla="*/ 0 w 676789"/>
                      <a:gd name="csY0" fmla="*/ 0 h 7122"/>
                      <a:gd name="csX1" fmla="*/ 676790 w 676789"/>
                      <a:gd name="csY1" fmla="*/ 0 h 712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676789" h="7122">
                        <a:moveTo>
                          <a:pt x="0" y="0"/>
                        </a:moveTo>
                        <a:cubicBezTo>
                          <a:pt x="229574" y="0"/>
                          <a:pt x="455170" y="0"/>
                          <a:pt x="676790" y="0"/>
                        </a:cubicBezTo>
                      </a:path>
                    </a:pathLst>
                  </a:custGeom>
                  <a:noFill/>
                  <a:ln w="10669" cap="rnd">
                    <a:solidFill>
                      <a:srgbClr val="2980B9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8" name="任意多边形: 形状 27">
                    <a:extLst>
                      <a:ext uri="{FF2B5EF4-FFF2-40B4-BE49-F238E27FC236}">
                        <a16:creationId xmlns:a16="http://schemas.microsoft.com/office/drawing/2014/main" id="{EC60821B-C5BA-CBFB-CFFD-59FD5FEF5438}"/>
                      </a:ext>
                    </a:extLst>
                  </p:cNvPr>
                  <p:cNvSpPr/>
                  <p:nvPr/>
                </p:nvSpPr>
                <p:spPr>
                  <a:xfrm>
                    <a:off x="2919629" y="2525433"/>
                    <a:ext cx="34151" cy="34188"/>
                  </a:xfrm>
                  <a:custGeom>
                    <a:avLst/>
                    <a:gdLst>
                      <a:gd name="csX0" fmla="*/ 0 w 34151"/>
                      <a:gd name="csY0" fmla="*/ 0 h 34188"/>
                      <a:gd name="csX1" fmla="*/ 34152 w 34151"/>
                      <a:gd name="csY1" fmla="*/ 17094 h 34188"/>
                      <a:gd name="csX2" fmla="*/ 0 w 34151"/>
                      <a:gd name="csY2" fmla="*/ 34189 h 341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34151" h="34188">
                        <a:moveTo>
                          <a:pt x="0" y="0"/>
                        </a:moveTo>
                        <a:lnTo>
                          <a:pt x="34152" y="17094"/>
                        </a:lnTo>
                        <a:lnTo>
                          <a:pt x="0" y="34189"/>
                        </a:lnTo>
                        <a:close/>
                      </a:path>
                    </a:pathLst>
                  </a:custGeom>
                  <a:solidFill>
                    <a:srgbClr val="2980B9"/>
                  </a:solidFill>
                  <a:ln w="10669" cap="rnd">
                    <a:solidFill>
                      <a:srgbClr val="2980B9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29" name="任意多边形: 形状 28">
                  <a:extLst>
                    <a:ext uri="{FF2B5EF4-FFF2-40B4-BE49-F238E27FC236}">
                      <a16:creationId xmlns:a16="http://schemas.microsoft.com/office/drawing/2014/main" id="{1626219B-62EE-A875-29FA-5327491074C4}"/>
                    </a:ext>
                  </a:extLst>
                </p:cNvPr>
                <p:cNvSpPr/>
                <p:nvPr/>
              </p:nvSpPr>
              <p:spPr>
                <a:xfrm>
                  <a:off x="2053521" y="2043882"/>
                  <a:ext cx="103762" cy="329445"/>
                </a:xfrm>
                <a:custGeom>
                  <a:avLst/>
                  <a:gdLst>
                    <a:gd name="csX0" fmla="*/ 103762 w 103762"/>
                    <a:gd name="csY0" fmla="*/ 329445 h 329445"/>
                    <a:gd name="csX1" fmla="*/ 77207 w 103762"/>
                    <a:gd name="csY1" fmla="*/ 156729 h 329445"/>
                    <a:gd name="csX2" fmla="*/ 0 w 103762"/>
                    <a:gd name="csY2" fmla="*/ 0 h 3294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3762" h="329445">
                      <a:moveTo>
                        <a:pt x="103762" y="329445"/>
                      </a:moveTo>
                      <a:cubicBezTo>
                        <a:pt x="103762" y="270855"/>
                        <a:pt x="94807" y="212608"/>
                        <a:pt x="77207" y="156729"/>
                      </a:cubicBezTo>
                      <a:cubicBezTo>
                        <a:pt x="59608" y="100850"/>
                        <a:pt x="33570" y="47995"/>
                        <a:pt x="0" y="0"/>
                      </a:cubicBezTo>
                    </a:path>
                  </a:pathLst>
                </a:custGeom>
                <a:noFill/>
                <a:ln w="14226" cap="flat">
                  <a:solidFill>
                    <a:srgbClr val="2980B9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任意多边形: 形状 34">
                  <a:extLst>
                    <a:ext uri="{FF2B5EF4-FFF2-40B4-BE49-F238E27FC236}">
                      <a16:creationId xmlns:a16="http://schemas.microsoft.com/office/drawing/2014/main" id="{76A81586-D474-A53B-984F-B5DFA627EFA6}"/>
                    </a:ext>
                  </a:extLst>
                </p:cNvPr>
                <p:cNvSpPr/>
                <p:nvPr/>
              </p:nvSpPr>
              <p:spPr>
                <a:xfrm>
                  <a:off x="3051790" y="1317661"/>
                  <a:ext cx="37770" cy="33612"/>
                </a:xfrm>
                <a:custGeom>
                  <a:avLst/>
                  <a:gdLst>
                    <a:gd name="csX0" fmla="*/ 0 w 37770"/>
                    <a:gd name="csY0" fmla="*/ 5607 h 33612"/>
                    <a:gd name="csX1" fmla="*/ 37770 w 37770"/>
                    <a:gd name="csY1" fmla="*/ 0 h 33612"/>
                    <a:gd name="csX2" fmla="*/ 19589 w 37770"/>
                    <a:gd name="csY2" fmla="*/ 33613 h 336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7770" h="33612">
                      <a:moveTo>
                        <a:pt x="0" y="5607"/>
                      </a:moveTo>
                      <a:lnTo>
                        <a:pt x="37770" y="0"/>
                      </a:lnTo>
                      <a:lnTo>
                        <a:pt x="19589" y="33613"/>
                      </a:lnTo>
                      <a:close/>
                    </a:path>
                  </a:pathLst>
                </a:custGeom>
                <a:solidFill>
                  <a:srgbClr val="E74C3C"/>
                </a:solidFill>
                <a:ln w="10669" cap="rnd">
                  <a:solidFill>
                    <a:srgbClr val="E74C3C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41" name="图形 2">
                  <a:extLst>
                    <a:ext uri="{FF2B5EF4-FFF2-40B4-BE49-F238E27FC236}">
                      <a16:creationId xmlns:a16="http://schemas.microsoft.com/office/drawing/2014/main" id="{520665D3-1515-BB5D-FAEE-3132E808B8E8}"/>
                    </a:ext>
                  </a:extLst>
                </p:cNvPr>
                <p:cNvGrpSpPr/>
                <p:nvPr/>
              </p:nvGrpSpPr>
              <p:grpSpPr>
                <a:xfrm>
                  <a:off x="1210068" y="1164854"/>
                  <a:ext cx="897116" cy="628842"/>
                  <a:chOff x="1602404" y="1334054"/>
                  <a:chExt cx="897116" cy="628842"/>
                </a:xfrm>
              </p:grpSpPr>
              <p:sp>
                <p:nvSpPr>
                  <p:cNvPr id="42" name="任意多边形: 形状 41">
                    <a:extLst>
                      <a:ext uri="{FF2B5EF4-FFF2-40B4-BE49-F238E27FC236}">
                        <a16:creationId xmlns:a16="http://schemas.microsoft.com/office/drawing/2014/main" id="{31089B29-DEA8-EC1D-4B01-D066DB629876}"/>
                      </a:ext>
                    </a:extLst>
                  </p:cNvPr>
                  <p:cNvSpPr/>
                  <p:nvPr/>
                </p:nvSpPr>
                <p:spPr>
                  <a:xfrm>
                    <a:off x="1602404" y="1334054"/>
                    <a:ext cx="897116" cy="628842"/>
                  </a:xfrm>
                  <a:custGeom>
                    <a:avLst/>
                    <a:gdLst>
                      <a:gd name="csX0" fmla="*/ 0 w 897116"/>
                      <a:gd name="csY0" fmla="*/ 628842 h 628842"/>
                      <a:gd name="csX1" fmla="*/ 897117 w 897116"/>
                      <a:gd name="csY1" fmla="*/ 0 h 62884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897116" h="628842">
                        <a:moveTo>
                          <a:pt x="0" y="628842"/>
                        </a:moveTo>
                        <a:cubicBezTo>
                          <a:pt x="299039" y="419228"/>
                          <a:pt x="598078" y="209614"/>
                          <a:pt x="897117" y="0"/>
                        </a:cubicBezTo>
                      </a:path>
                    </a:pathLst>
                  </a:custGeom>
                  <a:noFill/>
                  <a:ln w="10669" cap="rnd">
                    <a:solidFill>
                      <a:srgbClr val="7F8C8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3" name="任意多边形: 形状 42">
                    <a:extLst>
                      <a:ext uri="{FF2B5EF4-FFF2-40B4-BE49-F238E27FC236}">
                        <a16:creationId xmlns:a16="http://schemas.microsoft.com/office/drawing/2014/main" id="{F0E3A3AE-787A-D924-00B1-B48BBA2DB3A8}"/>
                      </a:ext>
                    </a:extLst>
                  </p:cNvPr>
                  <p:cNvSpPr/>
                  <p:nvPr/>
                </p:nvSpPr>
                <p:spPr>
                  <a:xfrm>
                    <a:off x="1602404" y="1920880"/>
                    <a:ext cx="47212" cy="42015"/>
                  </a:xfrm>
                  <a:custGeom>
                    <a:avLst/>
                    <a:gdLst>
                      <a:gd name="csX0" fmla="*/ 47213 w 47212"/>
                      <a:gd name="csY0" fmla="*/ 35007 h 42015"/>
                      <a:gd name="csX1" fmla="*/ 0 w 47212"/>
                      <a:gd name="csY1" fmla="*/ 42016 h 42015"/>
                      <a:gd name="csX2" fmla="*/ 22727 w 47212"/>
                      <a:gd name="csY2" fmla="*/ 0 h 420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47212" h="42015">
                        <a:moveTo>
                          <a:pt x="47213" y="35007"/>
                        </a:moveTo>
                        <a:lnTo>
                          <a:pt x="0" y="42016"/>
                        </a:lnTo>
                        <a:lnTo>
                          <a:pt x="22727" y="0"/>
                        </a:lnTo>
                        <a:close/>
                      </a:path>
                    </a:pathLst>
                  </a:custGeom>
                  <a:solidFill>
                    <a:srgbClr val="7F8C8D"/>
                  </a:solidFill>
                  <a:ln w="10669" cap="rnd">
                    <a:solidFill>
                      <a:srgbClr val="7F8C8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4" name="任意多边形: 形状 43">
                    <a:extLst>
                      <a:ext uri="{FF2B5EF4-FFF2-40B4-BE49-F238E27FC236}">
                        <a16:creationId xmlns:a16="http://schemas.microsoft.com/office/drawing/2014/main" id="{629A63CF-B097-AB11-610B-6EA653CFC698}"/>
                      </a:ext>
                    </a:extLst>
                  </p:cNvPr>
                  <p:cNvSpPr/>
                  <p:nvPr/>
                </p:nvSpPr>
                <p:spPr>
                  <a:xfrm>
                    <a:off x="2452309" y="1334054"/>
                    <a:ext cx="47212" cy="42015"/>
                  </a:xfrm>
                  <a:custGeom>
                    <a:avLst/>
                    <a:gdLst>
                      <a:gd name="csX0" fmla="*/ 0 w 47212"/>
                      <a:gd name="csY0" fmla="*/ 7009 h 42015"/>
                      <a:gd name="csX1" fmla="*/ 47213 w 47212"/>
                      <a:gd name="csY1" fmla="*/ 0 h 42015"/>
                      <a:gd name="csX2" fmla="*/ 24486 w 47212"/>
                      <a:gd name="csY2" fmla="*/ 42016 h 420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47212" h="42015">
                        <a:moveTo>
                          <a:pt x="0" y="7009"/>
                        </a:moveTo>
                        <a:lnTo>
                          <a:pt x="47213" y="0"/>
                        </a:lnTo>
                        <a:lnTo>
                          <a:pt x="24486" y="42016"/>
                        </a:lnTo>
                        <a:close/>
                      </a:path>
                    </a:pathLst>
                  </a:custGeom>
                  <a:solidFill>
                    <a:srgbClr val="7F8C8D"/>
                  </a:solidFill>
                  <a:ln w="10669" cap="rnd">
                    <a:solidFill>
                      <a:srgbClr val="7F8C8D"/>
                    </a:solidFill>
                    <a:prstDash val="solid"/>
                    <a:round/>
                  </a:ln>
                </p:spPr>
                <p:txBody>
                  <a:bodyPr/>
                  <a:lstStyle/>
                  <a:p>
                    <a:endParaRPr lang="zh-CN" altLang="en-US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8" name="任意多边形: 形状 47">
                  <a:extLst>
                    <a:ext uri="{FF2B5EF4-FFF2-40B4-BE49-F238E27FC236}">
                      <a16:creationId xmlns:a16="http://schemas.microsoft.com/office/drawing/2014/main" id="{9AE0D710-B195-1C5B-DEC6-F4ADBEBE9E84}"/>
                    </a:ext>
                  </a:extLst>
                </p:cNvPr>
                <p:cNvSpPr/>
                <p:nvPr/>
              </p:nvSpPr>
              <p:spPr>
                <a:xfrm>
                  <a:off x="1361392" y="2219828"/>
                  <a:ext cx="395995" cy="343525"/>
                </a:xfrm>
                <a:custGeom>
                  <a:avLst/>
                  <a:gdLst>
                    <a:gd name="csX0" fmla="*/ 305495 w 395995"/>
                    <a:gd name="csY0" fmla="*/ 0 h 343525"/>
                    <a:gd name="csX1" fmla="*/ 0 w 395995"/>
                    <a:gd name="csY1" fmla="*/ 214139 h 343525"/>
                    <a:gd name="csX2" fmla="*/ 90500 w 395995"/>
                    <a:gd name="csY2" fmla="*/ 343526 h 343525"/>
                    <a:gd name="csX3" fmla="*/ 395995 w 395995"/>
                    <a:gd name="csY3" fmla="*/ 129387 h 3435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95995" h="343525">
                      <a:moveTo>
                        <a:pt x="305495" y="0"/>
                      </a:moveTo>
                      <a:lnTo>
                        <a:pt x="0" y="214139"/>
                      </a:lnTo>
                      <a:lnTo>
                        <a:pt x="90500" y="343526"/>
                      </a:lnTo>
                      <a:lnTo>
                        <a:pt x="395995" y="129387"/>
                      </a:lnTo>
                      <a:close/>
                    </a:path>
                  </a:pathLst>
                </a:custGeom>
                <a:solidFill>
                  <a:srgbClr val="3498DB">
                    <a:alpha val="12000"/>
                  </a:srgbClr>
                </a:solidFill>
                <a:ln w="17782" cap="flat">
                  <a:solidFill>
                    <a:srgbClr val="3498DB">
                      <a:alpha val="12000"/>
                    </a:srgbClr>
                  </a:solidFill>
                  <a:custDash>
                    <a:ds d="693750" sp="300000"/>
                  </a:custDash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任意多边形: 形状 48">
                  <a:extLst>
                    <a:ext uri="{FF2B5EF4-FFF2-40B4-BE49-F238E27FC236}">
                      <a16:creationId xmlns:a16="http://schemas.microsoft.com/office/drawing/2014/main" id="{93C60F50-FF6B-CC1E-9BF6-BD465D5D6890}"/>
                    </a:ext>
                  </a:extLst>
                </p:cNvPr>
                <p:cNvSpPr/>
                <p:nvPr/>
              </p:nvSpPr>
              <p:spPr>
                <a:xfrm rot="2776302">
                  <a:off x="2361957" y="1513288"/>
                  <a:ext cx="323113" cy="402298"/>
                </a:xfrm>
                <a:custGeom>
                  <a:avLst/>
                  <a:gdLst>
                    <a:gd name="csX0" fmla="*/ 186470 w 323113"/>
                    <a:gd name="csY0" fmla="*/ 0 h 402298"/>
                    <a:gd name="csX1" fmla="*/ 0 w 323113"/>
                    <a:gd name="csY1" fmla="*/ 323322 h 402298"/>
                    <a:gd name="csX2" fmla="*/ 136643 w 323113"/>
                    <a:gd name="csY2" fmla="*/ 402298 h 402298"/>
                    <a:gd name="csX3" fmla="*/ 323114 w 323113"/>
                    <a:gd name="csY3" fmla="*/ 78976 h 40229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23113" h="402298">
                      <a:moveTo>
                        <a:pt x="186470" y="0"/>
                      </a:moveTo>
                      <a:lnTo>
                        <a:pt x="0" y="323322"/>
                      </a:lnTo>
                      <a:lnTo>
                        <a:pt x="136643" y="402298"/>
                      </a:lnTo>
                      <a:lnTo>
                        <a:pt x="323114" y="78976"/>
                      </a:lnTo>
                      <a:close/>
                    </a:path>
                  </a:pathLst>
                </a:custGeom>
                <a:solidFill>
                  <a:srgbClr val="3498DB">
                    <a:alpha val="12000"/>
                  </a:srgbClr>
                </a:solidFill>
                <a:ln w="17782" cap="flat">
                  <a:solidFill>
                    <a:srgbClr val="3498DB">
                      <a:alpha val="12000"/>
                    </a:srgbClr>
                  </a:solidFill>
                  <a:custDash>
                    <a:ds d="693750" sp="300000"/>
                  </a:custDash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任意多边形: 形状 49">
                  <a:extLst>
                    <a:ext uri="{FF2B5EF4-FFF2-40B4-BE49-F238E27FC236}">
                      <a16:creationId xmlns:a16="http://schemas.microsoft.com/office/drawing/2014/main" id="{5273FDF8-E34D-DF22-A613-33B256E2F5D7}"/>
                    </a:ext>
                  </a:extLst>
                </p:cNvPr>
                <p:cNvSpPr/>
                <p:nvPr/>
              </p:nvSpPr>
              <p:spPr>
                <a:xfrm>
                  <a:off x="2053521" y="2043882"/>
                  <a:ext cx="38545" cy="41407"/>
                </a:xfrm>
                <a:custGeom>
                  <a:avLst/>
                  <a:gdLst>
                    <a:gd name="csX0" fmla="*/ 0 w 38545"/>
                    <a:gd name="csY0" fmla="*/ 0 h 41407"/>
                    <a:gd name="csX1" fmla="*/ 38545 w 38545"/>
                    <a:gd name="csY1" fmla="*/ 15052 h 41407"/>
                    <a:gd name="csX2" fmla="*/ 946 w 38545"/>
                    <a:gd name="csY2" fmla="*/ 41408 h 414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545" h="41407">
                      <a:moveTo>
                        <a:pt x="0" y="0"/>
                      </a:moveTo>
                      <a:lnTo>
                        <a:pt x="38545" y="15052"/>
                      </a:lnTo>
                      <a:lnTo>
                        <a:pt x="946" y="41408"/>
                      </a:lnTo>
                      <a:close/>
                    </a:path>
                  </a:pathLst>
                </a:custGeom>
                <a:solidFill>
                  <a:srgbClr val="2980B9"/>
                </a:solidFill>
                <a:ln w="7113" cap="flat">
                  <a:solidFill>
                    <a:srgbClr val="2980B9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任意多边形: 形状 51">
                  <a:extLst>
                    <a:ext uri="{FF2B5EF4-FFF2-40B4-BE49-F238E27FC236}">
                      <a16:creationId xmlns:a16="http://schemas.microsoft.com/office/drawing/2014/main" id="{A1C52B53-B2F9-3664-5D6D-C9200839DD09}"/>
                    </a:ext>
                  </a:extLst>
                </p:cNvPr>
                <p:cNvSpPr/>
                <p:nvPr/>
              </p:nvSpPr>
              <p:spPr>
                <a:xfrm>
                  <a:off x="1648805" y="2577961"/>
                  <a:ext cx="395995" cy="343525"/>
                </a:xfrm>
                <a:custGeom>
                  <a:avLst/>
                  <a:gdLst>
                    <a:gd name="csX0" fmla="*/ 305495 w 395995"/>
                    <a:gd name="csY0" fmla="*/ 0 h 343525"/>
                    <a:gd name="csX1" fmla="*/ 0 w 395995"/>
                    <a:gd name="csY1" fmla="*/ 214140 h 343525"/>
                    <a:gd name="csX2" fmla="*/ 90500 w 395995"/>
                    <a:gd name="csY2" fmla="*/ 343526 h 343525"/>
                    <a:gd name="csX3" fmla="*/ 395995 w 395995"/>
                    <a:gd name="csY3" fmla="*/ 129387 h 3435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95995" h="343525">
                      <a:moveTo>
                        <a:pt x="305495" y="0"/>
                      </a:moveTo>
                      <a:lnTo>
                        <a:pt x="0" y="214140"/>
                      </a:lnTo>
                      <a:lnTo>
                        <a:pt x="90500" y="343526"/>
                      </a:lnTo>
                      <a:lnTo>
                        <a:pt x="395995" y="129387"/>
                      </a:lnTo>
                      <a:close/>
                    </a:path>
                  </a:pathLst>
                </a:custGeom>
                <a:solidFill>
                  <a:srgbClr val="2C3E50"/>
                </a:solidFill>
                <a:ln w="10669" cap="flat">
                  <a:solidFill>
                    <a:srgbClr val="1A252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任意多边形: 形状 52">
                  <a:extLst>
                    <a:ext uri="{FF2B5EF4-FFF2-40B4-BE49-F238E27FC236}">
                      <a16:creationId xmlns:a16="http://schemas.microsoft.com/office/drawing/2014/main" id="{68CC42F2-2E4A-017D-A122-F864E9C81B0D}"/>
                    </a:ext>
                  </a:extLst>
                </p:cNvPr>
                <p:cNvSpPr/>
                <p:nvPr/>
              </p:nvSpPr>
              <p:spPr>
                <a:xfrm>
                  <a:off x="1122258" y="1825167"/>
                  <a:ext cx="395995" cy="343525"/>
                </a:xfrm>
                <a:custGeom>
                  <a:avLst/>
                  <a:gdLst>
                    <a:gd name="csX0" fmla="*/ 305495 w 395995"/>
                    <a:gd name="csY0" fmla="*/ 0 h 343525"/>
                    <a:gd name="csX1" fmla="*/ 0 w 395995"/>
                    <a:gd name="csY1" fmla="*/ 214139 h 343525"/>
                    <a:gd name="csX2" fmla="*/ 90500 w 395995"/>
                    <a:gd name="csY2" fmla="*/ 343526 h 343525"/>
                    <a:gd name="csX3" fmla="*/ 395995 w 395995"/>
                    <a:gd name="csY3" fmla="*/ 129387 h 3435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95995" h="343525">
                      <a:moveTo>
                        <a:pt x="305495" y="0"/>
                      </a:moveTo>
                      <a:lnTo>
                        <a:pt x="0" y="214139"/>
                      </a:lnTo>
                      <a:lnTo>
                        <a:pt x="90500" y="343526"/>
                      </a:lnTo>
                      <a:lnTo>
                        <a:pt x="395995" y="129387"/>
                      </a:lnTo>
                      <a:close/>
                    </a:path>
                  </a:pathLst>
                </a:custGeom>
                <a:solidFill>
                  <a:srgbClr val="2C3E50"/>
                </a:solidFill>
                <a:ln w="10669" cap="flat">
                  <a:solidFill>
                    <a:srgbClr val="1A252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任意多边形: 形状 53">
                  <a:extLst>
                    <a:ext uri="{FF2B5EF4-FFF2-40B4-BE49-F238E27FC236}">
                      <a16:creationId xmlns:a16="http://schemas.microsoft.com/office/drawing/2014/main" id="{4A40EEAC-6A97-5FF8-3479-439A8C8F2F79}"/>
                    </a:ext>
                  </a:extLst>
                </p:cNvPr>
                <p:cNvSpPr/>
                <p:nvPr/>
              </p:nvSpPr>
              <p:spPr>
                <a:xfrm rot="2962768">
                  <a:off x="2625230" y="1889685"/>
                  <a:ext cx="323113" cy="402298"/>
                </a:xfrm>
                <a:custGeom>
                  <a:avLst/>
                  <a:gdLst>
                    <a:gd name="csX0" fmla="*/ 186470 w 323113"/>
                    <a:gd name="csY0" fmla="*/ 0 h 402298"/>
                    <a:gd name="csX1" fmla="*/ 0 w 323113"/>
                    <a:gd name="csY1" fmla="*/ 323322 h 402298"/>
                    <a:gd name="csX2" fmla="*/ 136643 w 323113"/>
                    <a:gd name="csY2" fmla="*/ 402298 h 402298"/>
                    <a:gd name="csX3" fmla="*/ 323114 w 323113"/>
                    <a:gd name="csY3" fmla="*/ 78976 h 40229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23113" h="402298">
                      <a:moveTo>
                        <a:pt x="186470" y="0"/>
                      </a:moveTo>
                      <a:lnTo>
                        <a:pt x="0" y="323322"/>
                      </a:lnTo>
                      <a:lnTo>
                        <a:pt x="136643" y="402298"/>
                      </a:lnTo>
                      <a:lnTo>
                        <a:pt x="323114" y="78976"/>
                      </a:lnTo>
                      <a:close/>
                    </a:path>
                  </a:pathLst>
                </a:custGeom>
                <a:solidFill>
                  <a:srgbClr val="2C3E50"/>
                </a:solidFill>
                <a:ln w="10669" cap="flat">
                  <a:solidFill>
                    <a:srgbClr val="1A252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任意多边形: 形状 54">
                  <a:extLst>
                    <a:ext uri="{FF2B5EF4-FFF2-40B4-BE49-F238E27FC236}">
                      <a16:creationId xmlns:a16="http://schemas.microsoft.com/office/drawing/2014/main" id="{954DCB24-0E6D-AAB7-3DE0-CD38002B734D}"/>
                    </a:ext>
                  </a:extLst>
                </p:cNvPr>
                <p:cNvSpPr/>
                <p:nvPr/>
              </p:nvSpPr>
              <p:spPr>
                <a:xfrm rot="3036193">
                  <a:off x="2098683" y="1136890"/>
                  <a:ext cx="323113" cy="402298"/>
                </a:xfrm>
                <a:custGeom>
                  <a:avLst/>
                  <a:gdLst>
                    <a:gd name="csX0" fmla="*/ 186470 w 323113"/>
                    <a:gd name="csY0" fmla="*/ 0 h 402298"/>
                    <a:gd name="csX1" fmla="*/ 0 w 323113"/>
                    <a:gd name="csY1" fmla="*/ 323322 h 402298"/>
                    <a:gd name="csX2" fmla="*/ 136644 w 323113"/>
                    <a:gd name="csY2" fmla="*/ 402298 h 402298"/>
                    <a:gd name="csX3" fmla="*/ 323114 w 323113"/>
                    <a:gd name="csY3" fmla="*/ 78976 h 40229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323113" h="402298">
                      <a:moveTo>
                        <a:pt x="186470" y="0"/>
                      </a:moveTo>
                      <a:lnTo>
                        <a:pt x="0" y="323322"/>
                      </a:lnTo>
                      <a:lnTo>
                        <a:pt x="136644" y="402298"/>
                      </a:lnTo>
                      <a:lnTo>
                        <a:pt x="323114" y="78976"/>
                      </a:lnTo>
                      <a:close/>
                    </a:path>
                  </a:pathLst>
                </a:custGeom>
                <a:solidFill>
                  <a:srgbClr val="2C3E50"/>
                </a:solidFill>
                <a:ln w="10669" cap="flat">
                  <a:solidFill>
                    <a:srgbClr val="1A252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任意多边形: 形状 55">
                  <a:extLst>
                    <a:ext uri="{FF2B5EF4-FFF2-40B4-BE49-F238E27FC236}">
                      <a16:creationId xmlns:a16="http://schemas.microsoft.com/office/drawing/2014/main" id="{5C957AE9-8838-FD5C-1A0A-7E6C5E5E90F4}"/>
                    </a:ext>
                  </a:extLst>
                </p:cNvPr>
                <p:cNvSpPr/>
                <p:nvPr/>
              </p:nvSpPr>
              <p:spPr>
                <a:xfrm>
                  <a:off x="1555069" y="2344837"/>
                  <a:ext cx="56920" cy="56981"/>
                </a:xfrm>
                <a:custGeom>
                  <a:avLst/>
                  <a:gdLst>
                    <a:gd name="csX0" fmla="*/ 28633 w 56920"/>
                    <a:gd name="csY0" fmla="*/ 57271 h 56981"/>
                    <a:gd name="csX1" fmla="*/ 48757 w 56920"/>
                    <a:gd name="csY1" fmla="*/ 48926 h 56981"/>
                    <a:gd name="csX2" fmla="*/ 57093 w 56920"/>
                    <a:gd name="csY2" fmla="*/ 28780 h 56981"/>
                    <a:gd name="csX3" fmla="*/ 48757 w 56920"/>
                    <a:gd name="csY3" fmla="*/ 8634 h 56981"/>
                    <a:gd name="csX4" fmla="*/ 28633 w 56920"/>
                    <a:gd name="csY4" fmla="*/ 289 h 56981"/>
                    <a:gd name="csX5" fmla="*/ 8508 w 56920"/>
                    <a:gd name="csY5" fmla="*/ 8634 h 56981"/>
                    <a:gd name="csX6" fmla="*/ 173 w 56920"/>
                    <a:gd name="csY6" fmla="*/ 28780 h 56981"/>
                    <a:gd name="csX7" fmla="*/ 8508 w 56920"/>
                    <a:gd name="csY7" fmla="*/ 48926 h 56981"/>
                    <a:gd name="csX8" fmla="*/ 28633 w 56920"/>
                    <a:gd name="csY8" fmla="*/ 57271 h 569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56920" h="56981">
                      <a:moveTo>
                        <a:pt x="28633" y="57271"/>
                      </a:moveTo>
                      <a:cubicBezTo>
                        <a:pt x="36180" y="57271"/>
                        <a:pt x="43420" y="54269"/>
                        <a:pt x="48757" y="48926"/>
                      </a:cubicBezTo>
                      <a:cubicBezTo>
                        <a:pt x="54094" y="43583"/>
                        <a:pt x="57093" y="36336"/>
                        <a:pt x="57093" y="28780"/>
                      </a:cubicBezTo>
                      <a:cubicBezTo>
                        <a:pt x="57093" y="21224"/>
                        <a:pt x="54094" y="13977"/>
                        <a:pt x="48757" y="8634"/>
                      </a:cubicBezTo>
                      <a:cubicBezTo>
                        <a:pt x="43420" y="3291"/>
                        <a:pt x="36180" y="289"/>
                        <a:pt x="28633" y="289"/>
                      </a:cubicBezTo>
                      <a:cubicBezTo>
                        <a:pt x="21085" y="289"/>
                        <a:pt x="13845" y="3291"/>
                        <a:pt x="8508" y="8634"/>
                      </a:cubicBezTo>
                      <a:cubicBezTo>
                        <a:pt x="3171" y="13977"/>
                        <a:pt x="173" y="21224"/>
                        <a:pt x="173" y="28780"/>
                      </a:cubicBezTo>
                      <a:cubicBezTo>
                        <a:pt x="173" y="36336"/>
                        <a:pt x="3171" y="43583"/>
                        <a:pt x="8508" y="48926"/>
                      </a:cubicBezTo>
                      <a:cubicBezTo>
                        <a:pt x="13845" y="54269"/>
                        <a:pt x="21085" y="57271"/>
                        <a:pt x="28633" y="57271"/>
                      </a:cubicBezTo>
                      <a:close/>
                    </a:path>
                  </a:pathLst>
                </a:custGeom>
                <a:solidFill>
                  <a:srgbClr val="F39C12"/>
                </a:solidFill>
                <a:ln w="10669" cap="flat">
                  <a:solidFill>
                    <a:srgbClr val="FFFFFF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任意多边形: 形状 56">
                  <a:extLst>
                    <a:ext uri="{FF2B5EF4-FFF2-40B4-BE49-F238E27FC236}">
                      <a16:creationId xmlns:a16="http://schemas.microsoft.com/office/drawing/2014/main" id="{F31EAE95-0E84-0917-B141-3EDEE7EEF4FE}"/>
                    </a:ext>
                  </a:extLst>
                </p:cNvPr>
                <p:cNvSpPr/>
                <p:nvPr/>
              </p:nvSpPr>
              <p:spPr>
                <a:xfrm>
                  <a:off x="2495054" y="1685946"/>
                  <a:ext cx="56920" cy="56981"/>
                </a:xfrm>
                <a:custGeom>
                  <a:avLst/>
                  <a:gdLst>
                    <a:gd name="csX0" fmla="*/ 28765 w 56920"/>
                    <a:gd name="csY0" fmla="*/ 57178 h 56981"/>
                    <a:gd name="csX1" fmla="*/ 48889 w 56920"/>
                    <a:gd name="csY1" fmla="*/ 48833 h 56981"/>
                    <a:gd name="csX2" fmla="*/ 57225 w 56920"/>
                    <a:gd name="csY2" fmla="*/ 28688 h 56981"/>
                    <a:gd name="csX3" fmla="*/ 48889 w 56920"/>
                    <a:gd name="csY3" fmla="*/ 8542 h 56981"/>
                    <a:gd name="csX4" fmla="*/ 28765 w 56920"/>
                    <a:gd name="csY4" fmla="*/ 197 h 56981"/>
                    <a:gd name="csX5" fmla="*/ 8640 w 56920"/>
                    <a:gd name="csY5" fmla="*/ 8542 h 56981"/>
                    <a:gd name="csX6" fmla="*/ 305 w 56920"/>
                    <a:gd name="csY6" fmla="*/ 28688 h 56981"/>
                    <a:gd name="csX7" fmla="*/ 8640 w 56920"/>
                    <a:gd name="csY7" fmla="*/ 48833 h 56981"/>
                    <a:gd name="csX8" fmla="*/ 28765 w 56920"/>
                    <a:gd name="csY8" fmla="*/ 57178 h 569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56920" h="56981">
                      <a:moveTo>
                        <a:pt x="28765" y="57178"/>
                      </a:moveTo>
                      <a:cubicBezTo>
                        <a:pt x="36312" y="57178"/>
                        <a:pt x="43552" y="54176"/>
                        <a:pt x="48889" y="48833"/>
                      </a:cubicBezTo>
                      <a:cubicBezTo>
                        <a:pt x="54226" y="43491"/>
                        <a:pt x="57225" y="36243"/>
                        <a:pt x="57225" y="28688"/>
                      </a:cubicBezTo>
                      <a:cubicBezTo>
                        <a:pt x="57225" y="21132"/>
                        <a:pt x="54226" y="13884"/>
                        <a:pt x="48889" y="8542"/>
                      </a:cubicBezTo>
                      <a:cubicBezTo>
                        <a:pt x="43552" y="3199"/>
                        <a:pt x="36312" y="197"/>
                        <a:pt x="28765" y="197"/>
                      </a:cubicBezTo>
                      <a:cubicBezTo>
                        <a:pt x="21217" y="197"/>
                        <a:pt x="13977" y="3199"/>
                        <a:pt x="8640" y="8542"/>
                      </a:cubicBezTo>
                      <a:cubicBezTo>
                        <a:pt x="3303" y="13884"/>
                        <a:pt x="305" y="21132"/>
                        <a:pt x="305" y="28688"/>
                      </a:cubicBezTo>
                      <a:cubicBezTo>
                        <a:pt x="305" y="36243"/>
                        <a:pt x="3303" y="43491"/>
                        <a:pt x="8640" y="48833"/>
                      </a:cubicBezTo>
                      <a:cubicBezTo>
                        <a:pt x="13977" y="54176"/>
                        <a:pt x="21217" y="57178"/>
                        <a:pt x="28765" y="57178"/>
                      </a:cubicBezTo>
                      <a:close/>
                    </a:path>
                  </a:pathLst>
                </a:custGeom>
                <a:solidFill>
                  <a:srgbClr val="F39C12"/>
                </a:solidFill>
                <a:ln w="10669" cap="flat">
                  <a:solidFill>
                    <a:srgbClr val="FFFFFF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DF2EF69F-FCBA-5899-F8C5-000F173F3945}"/>
                    </a:ext>
                  </a:extLst>
                </p:cNvPr>
                <p:cNvSpPr txBox="1"/>
                <p:nvPr/>
              </p:nvSpPr>
              <p:spPr>
                <a:xfrm>
                  <a:off x="2112974" y="1894732"/>
                  <a:ext cx="308185" cy="3693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>
                      <a:solidFill>
                        <a:srgbClr val="2980B9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θ</a:t>
                  </a:r>
                  <a:endParaRPr lang="zh-CN" altLang="en-US" dirty="0">
                    <a:solidFill>
                      <a:srgbClr val="2980B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02A4E35C-9AFB-E1DD-A1F2-D9815CC2F99F}"/>
                    </a:ext>
                  </a:extLst>
                </p:cNvPr>
                <p:cNvSpPr txBox="1"/>
                <p:nvPr/>
              </p:nvSpPr>
              <p:spPr>
                <a:xfrm>
                  <a:off x="3007637" y="1071324"/>
                  <a:ext cx="30277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CN" dirty="0">
                      <a:ln/>
                      <a:solidFill>
                        <a:srgbClr val="E74C3C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Times New Roman"/>
                      <a:rtl val="0"/>
                    </a:rPr>
                    <a:t>δ</a:t>
                  </a:r>
                </a:p>
                <a:p>
                  <a:endParaRPr lang="zh-CN" altLang="en-US" b="1" dirty="0">
                    <a:ln/>
                    <a:solidFill>
                      <a:srgbClr val="D62728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Times New Roman"/>
                    <a:rtl val="0"/>
                  </a:endParaRPr>
                </a:p>
              </p:txBody>
            </p:sp>
          </p:grpSp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6CC099F6-75E3-1607-71F0-A524BCA0604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29594" y="1539699"/>
                <a:ext cx="706140" cy="17569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1CAD9C41-B951-01C2-400F-7BE47671BB6D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 flipV="1">
                <a:off x="2512098" y="1317661"/>
                <a:ext cx="577462" cy="397736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任意多边形: 形状 71">
                <a:extLst>
                  <a:ext uri="{FF2B5EF4-FFF2-40B4-BE49-F238E27FC236}">
                    <a16:creationId xmlns:a16="http://schemas.microsoft.com/office/drawing/2014/main" id="{468ADD6A-027A-8E06-DAE8-3FE815461600}"/>
                  </a:ext>
                </a:extLst>
              </p:cNvPr>
              <p:cNvSpPr/>
              <p:nvPr/>
            </p:nvSpPr>
            <p:spPr>
              <a:xfrm>
                <a:off x="2903888" y="1446879"/>
                <a:ext cx="72467" cy="143674"/>
              </a:xfrm>
              <a:custGeom>
                <a:avLst/>
                <a:gdLst>
                  <a:gd name="csX0" fmla="*/ 103762 w 103762"/>
                  <a:gd name="csY0" fmla="*/ 329445 h 329445"/>
                  <a:gd name="csX1" fmla="*/ 77207 w 103762"/>
                  <a:gd name="csY1" fmla="*/ 156729 h 329445"/>
                  <a:gd name="csX2" fmla="*/ 0 w 103762"/>
                  <a:gd name="csY2" fmla="*/ 0 h 32944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3762" h="329445">
                    <a:moveTo>
                      <a:pt x="103762" y="329445"/>
                    </a:moveTo>
                    <a:cubicBezTo>
                      <a:pt x="103762" y="270855"/>
                      <a:pt x="94807" y="212608"/>
                      <a:pt x="77207" y="156729"/>
                    </a:cubicBezTo>
                    <a:cubicBezTo>
                      <a:pt x="59608" y="100850"/>
                      <a:pt x="33570" y="47995"/>
                      <a:pt x="0" y="0"/>
                    </a:cubicBezTo>
                  </a:path>
                </a:pathLst>
              </a:custGeom>
              <a:noFill/>
              <a:ln w="14226" cap="flat">
                <a:solidFill>
                  <a:srgbClr val="E74C3C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4992B940-4AD7-A6E6-1CE4-FE690504ADF2}"/>
                  </a:ext>
                </a:extLst>
              </p:cNvPr>
              <p:cNvSpPr txBox="1"/>
              <p:nvPr/>
            </p:nvSpPr>
            <p:spPr>
              <a:xfrm>
                <a:off x="1426796" y="1001195"/>
                <a:ext cx="30818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rgbClr val="7F8C8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zh-CN" altLang="en-US" dirty="0">
                  <a:solidFill>
                    <a:srgbClr val="7F8C8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7CAB2DBF-139B-EAF2-C2FA-5E097E236460}"/>
                  </a:ext>
                </a:extLst>
              </p:cNvPr>
              <p:cNvCxnSpPr>
                <a:cxnSpLocks/>
                <a:endCxn id="5" idx="3"/>
              </p:cNvCxnSpPr>
              <p:nvPr/>
            </p:nvCxnSpPr>
            <p:spPr>
              <a:xfrm flipH="1" flipV="1">
                <a:off x="748441" y="480949"/>
                <a:ext cx="17298" cy="27395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3D278563-A38B-C7C1-D1D9-79DE8BE765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8441" y="3220453"/>
                <a:ext cx="2607442" cy="4010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7BF70927-0F64-3AF8-1D8D-A3F4595FD78C}"/>
                </a:ext>
              </a:extLst>
            </p:cNvPr>
            <p:cNvSpPr txBox="1"/>
            <p:nvPr/>
          </p:nvSpPr>
          <p:spPr>
            <a:xfrm>
              <a:off x="2313792" y="2189748"/>
              <a:ext cx="1976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DD950ECC-50F5-F23E-4B57-8152095577D9}"/>
                </a:ext>
              </a:extLst>
            </p:cNvPr>
            <p:cNvSpPr txBox="1"/>
            <p:nvPr/>
          </p:nvSpPr>
          <p:spPr>
            <a:xfrm>
              <a:off x="425239" y="264695"/>
              <a:ext cx="1976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29148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3238</TotalTime>
  <Words>5</Words>
  <Application>Microsoft Office PowerPoint</Application>
  <PresentationFormat>自定义</PresentationFormat>
  <Paragraphs>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</dc:creator>
  <dc:description>generated using python-pptx</dc:description>
  <cp:lastModifiedBy>七号 孙</cp:lastModifiedBy>
  <cp:revision>4</cp:revision>
  <dcterms:created xsi:type="dcterms:W3CDTF">2026-03-12T04:31:00Z</dcterms:created>
  <dcterms:modified xsi:type="dcterms:W3CDTF">2026-03-15T11:27:43Z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D353FC4B327B1E319D41B2690CA9D545_42</vt:lpwstr>
  </property>
  <property fmtid="{D5CDD505-2E9C-101B-9397-08002B2CF9AE}" pid="3" name="KSOProductBuildVer">
    <vt:lpwstr>2052-12.1.0.25225</vt:lpwstr>
  </property>
</Properties>
</file>