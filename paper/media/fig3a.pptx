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0" name=""/>
          <p:cNvCxnSpPr/>
          <p:nvPr/>
        </p:nvCxnSpPr>
        <p:spPr>
          <a:xfrm flipH="0" flipV="0">
            <a:off x="914400" y="5669280"/>
            <a:ext cx="6858000" cy="914"/>
          </a:xfrm>
          <a:prstGeom prst="line">
            <a:avLst/>
          </a:prstGeom>
          <a:ln w="25400">
            <a:solidFill>
              <a:srgbClr val="000000"/>
            </a:solidFill>
            <a:tailEnd type="arrow" w="med" len="med"/>
          </a:ln>
        </p:spPr>
      </p:cxnSp>
      <p:cxnSp>
        <p:nvCxnSpPr>
          <p:cNvPr id="0" name=""/>
          <p:cNvCxnSpPr/>
          <p:nvPr/>
        </p:nvCxnSpPr>
        <p:spPr>
          <a:xfrm flipH="0" flipV="1">
            <a:off x="914400" y="731520"/>
            <a:ext cx="914" cy="4937760"/>
          </a:xfrm>
          <a:prstGeom prst="line">
            <a:avLst/>
          </a:prstGeom>
          <a:ln w="25400">
            <a:solidFill>
              <a:srgbClr val="000000"/>
            </a:solidFill>
            <a:tailEnd type="arrow" w="med" len="med"/>
          </a:ln>
        </p:spPr>
      </p:cxnSp>
      <p:sp>
        <p:nvSpPr>
          <p:cNvPr id="2" name="TextBox 1"/>
          <p:cNvSpPr txBox="1"/>
          <p:nvPr/>
        </p:nvSpPr>
        <p:spPr>
          <a:xfrm>
            <a:off x="7680959" y="55321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00000"/>
                </a:solidFill>
                <a:latin typeface="Times New Roman"/>
              </a:rP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000000"/>
                </a:solidFill>
                <a:latin typeface="Times New Roman"/>
              </a:rPr>
              <a:t>Y</a:t>
            </a:r>
          </a:p>
        </p:txBody>
      </p:sp>
      <p:cxnSp>
        <p:nvCxnSpPr>
          <p:cNvPr id="0" name=""/>
          <p:cNvCxnSpPr/>
          <p:nvPr/>
        </p:nvCxnSpPr>
        <p:spPr>
          <a:xfrm flipH="0" flipV="1">
            <a:off x="2743200" y="2370565"/>
            <a:ext cx="2621614" cy="1835674"/>
          </a:xfrm>
          <a:prstGeom prst="line">
            <a:avLst/>
          </a:prstGeom>
          <a:ln w="254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0" flipV="0">
            <a:off x="2218721" y="3457207"/>
            <a:ext cx="1048956" cy="1498065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0" flipV="0">
            <a:off x="4840335" y="1621533"/>
            <a:ext cx="1048956" cy="1498065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" name="Rectangle 3"/>
          <p:cNvSpPr/>
          <p:nvPr/>
        </p:nvSpPr>
        <p:spPr>
          <a:xfrm rot="19500000">
            <a:off x="2136425" y="3182887"/>
            <a:ext cx="164592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500000">
            <a:off x="3185382" y="4680952"/>
            <a:ext cx="164592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000000">
            <a:off x="4758039" y="1347213"/>
            <a:ext cx="164592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0">
            <a:off x="5806996" y="2845278"/>
            <a:ext cx="164592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06624" y="4169663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28238" y="2333989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0" name=""/>
          <p:cNvCxnSpPr/>
          <p:nvPr/>
        </p:nvCxnSpPr>
        <p:spPr>
          <a:xfrm flipH="0" flipV="0">
            <a:off x="2743200" y="4206240"/>
            <a:ext cx="1645919" cy="91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arrow" w="med" len="med"/>
          </a:ln>
        </p:spPr>
      </p:cxnSp>
      <p:cxnSp>
        <p:nvCxnSpPr>
          <p:cNvPr id="0" name=""/>
          <p:cNvCxnSpPr/>
          <p:nvPr/>
        </p:nvCxnSpPr>
        <p:spPr>
          <a:xfrm flipH="1" flipV="1">
            <a:off x="3748206" y="4165289"/>
            <a:ext cx="914" cy="4095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745705" y="4124406"/>
            <a:ext cx="2500" cy="4088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741542" y="4083658"/>
            <a:ext cx="4162" cy="40747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735724" y="4043114"/>
            <a:ext cx="5818" cy="40543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728259" y="4002841"/>
            <a:ext cx="7464" cy="40273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719162" y="3962905"/>
            <a:ext cx="9097" cy="39936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708446" y="3923372"/>
            <a:ext cx="10716" cy="395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696129" y="3884308"/>
            <a:ext cx="12316" cy="39063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682232" y="3845779"/>
            <a:ext cx="13896" cy="3852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666778" y="3807847"/>
            <a:ext cx="15454" cy="379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649792" y="3770575"/>
            <a:ext cx="16985" cy="37271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631304" y="3734026"/>
            <a:ext cx="18488" cy="3654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611342" y="3698260"/>
            <a:ext cx="19961" cy="35765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589941" y="3663337"/>
            <a:ext cx="21401" cy="34923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3567135" y="3629313"/>
            <a:ext cx="22805" cy="34023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689790" y="37298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000000"/>
                </a:solidFill>
                <a:latin typeface="Times New Roman"/>
              </a:rPr>
              <a:t>θ</a:t>
            </a:r>
          </a:p>
        </p:txBody>
      </p:sp>
      <p:cxnSp>
        <p:nvCxnSpPr>
          <p:cNvPr id="0" name=""/>
          <p:cNvCxnSpPr/>
          <p:nvPr/>
        </p:nvCxnSpPr>
        <p:spPr>
          <a:xfrm flipH="0" flipV="1">
            <a:off x="5364814" y="1531400"/>
            <a:ext cx="1198452" cy="839165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arrow" w="med" len="med"/>
          </a:ln>
        </p:spPr>
      </p:cxnSp>
      <p:cxnSp>
        <p:nvCxnSpPr>
          <p:cNvPr id="0" name=""/>
          <p:cNvCxnSpPr/>
          <p:nvPr/>
        </p:nvCxnSpPr>
        <p:spPr>
          <a:xfrm flipH="0" flipV="1">
            <a:off x="5364814" y="2116511"/>
            <a:ext cx="1440813" cy="25405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arrow" w="med" len="med"/>
          </a:ln>
        </p:spPr>
      </p:cxnSp>
      <p:cxnSp>
        <p:nvCxnSpPr>
          <p:cNvPr id="0" name=""/>
          <p:cNvCxnSpPr/>
          <p:nvPr/>
        </p:nvCxnSpPr>
        <p:spPr>
          <a:xfrm flipH="1" flipV="1">
            <a:off x="6169540" y="2198292"/>
            <a:ext cx="5730" cy="2936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62746" y="2169151"/>
            <a:ext cx="6794" cy="2914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54896" y="2140277"/>
            <a:ext cx="7849" cy="28874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46002" y="2111708"/>
            <a:ext cx="8893" cy="2856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36076" y="2083480"/>
            <a:ext cx="9926" cy="28227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25130" y="2055632"/>
            <a:ext cx="10946" cy="27847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13178" y="2028201"/>
            <a:ext cx="11951" cy="27431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100238" y="2001222"/>
            <a:ext cx="12940" cy="2697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086325" y="1974731"/>
            <a:ext cx="13912" cy="2649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071458" y="1948763"/>
            <a:ext cx="14866" cy="25967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055657" y="1923354"/>
            <a:ext cx="15800" cy="2540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0" name=""/>
          <p:cNvCxnSpPr/>
          <p:nvPr/>
        </p:nvCxnSpPr>
        <p:spPr>
          <a:xfrm flipH="1" flipV="1">
            <a:off x="6038943" y="1898535"/>
            <a:ext cx="16714" cy="2481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104248" y="1767775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000000"/>
                </a:solidFill>
                <a:latin typeface="Times New Roman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 rot="19500000">
            <a:off x="3596119" y="2843361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000000"/>
                </a:solidFill>
                <a:latin typeface="Times New Roman"/>
              </a:rPr>
              <a:t>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